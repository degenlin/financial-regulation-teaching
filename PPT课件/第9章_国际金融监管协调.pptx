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035040"/>
            <a:ext cx="11960352" cy="6400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C0D"/>
                </a:solidFill>
              </a:rPr>
              <a:t>王娴《金融监管理论与实践》配套课件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第 九 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D4AC0D"/>
                </a:solidFill>
              </a:rPr>
              <a:t>国际金融监管协调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DD7EE"/>
                </a:solidFill>
              </a:rPr>
              <a:t>巴塞尔委员会、FSB与跨境监管合作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C3E6"/>
                </a:solidFill>
              </a:rPr>
              <a:t>分析全球金融一体化背景下国际监管协调的机制、挑战与中国角色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金融监管理论与实践  |  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第九章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本章内容框架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国际金融监管协调机构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国际监管协调的困境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跨境监管合作机制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AC0D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中国参与国际金融治理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第九章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本章学习目标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了解主要国际金融监管协调机构的职能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2257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225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理解跨境监管协调的必要性与困难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掌握国际监管准则的制定与执行机制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39311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认识监管竞次与监管套利的全球维度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976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7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3A6B"/>
                </a:solidFill>
              </a:rPr>
              <a:t>分析中国参与国际金融治理的现状与路径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第九章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国际金融监管协调机构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巴塞尔银行监管委员会（BCBS）：银行监管标准制定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金融稳定委员会（FSB）：系统性风险监测与协调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国际证监会组织（IOSCO）：证券监管准则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国际保险监督官协会（IAIS）：保险监管准则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国际货币基金组织（IMF）：金融部门评估（FSAP）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9300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9300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G20在国际金融治理中的中枢作用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第九章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国际监管协调的困境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主权壁垒：各国监管机构缺乏超国家权力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监管竞次（Race to the Bottom）：监管宽松竞争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信息不对称：跨境机构监管信息难以共享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执法差距：国际准则与本地执行的差异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090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巴塞尔III在各国实施时间表的差异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4728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4472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</a:rPr>
              <a:t>会计准则差异：IFRS9 vs US GAAP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80390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0390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地缘政治：金融脱钩与监管碎片化风险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第九章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跨境监管合作机制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双边监管合作协议（MOU）：信息共享与联合检查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监管等效互认：EU-UK对等认可安排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跨境处置：TLAC要求与跨境处置协议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FATF反洗钱与反恐融资国际标准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中国-香港监管协调：沪港通与债券通的监管安排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09728" cy="5577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4AC0D"/>
                </a:solidFill>
              </a:rPr>
              <a:t>第九章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11480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中国参与国际金融治理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1481328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加入FATF（2007年）与反洗钱标准实施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883664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83664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G20中国议程：杭州峰会（2016年）金融改革成果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286000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人民币国际化对监管框架的影响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688336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88336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参与BCBS标准制定：资本规则在华适用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90672"/>
            <a:ext cx="347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0672"/>
            <a:ext cx="10863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一带一路金融合作中的监管协调挑战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第九章  |  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脱欧后英欧金融监管分歧（Brexit）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208483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73152" cy="208483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17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</a:rPr>
              <a:t>【案例背景】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112471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</a:rPr>
              <a:t>2020年英国正式脱欧，英欧之间的金融服务等效互认安排至今悬而未决。伦敦作为全球最大金融中心之一，失去欧盟护照制度后，大量金融机构迁往法兰克福、都柏林和阿姆斯特丹。这一案例深刻揭示了监管等效互认在政治因素介入时的脆弱性，也展示了金融监管与主权政治之间的深层矛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124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6B"/>
                </a:solidFill>
              </a:rPr>
              <a:t>【案例分析】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监管等效互认的政治脆弱性：随政治关系而波动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98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金融中心竞争：监管环境成为金融机构区位选择的重要因素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8289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监管分裂成本：重复合规增加金融机构运营成本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669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对中国的启示：人民币国际化需要配套监管互认安排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650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A6B"/>
                </a:solidFill>
              </a:rPr>
              <a:t>▸  区域金融合作：东盟与上合组织的金融监管协调经验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第九章  |  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10972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国际金融监管协调 — 核心要点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BCBS、FSB、IOSCO等国际机构是全球金融监管协调的核心平台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主权壁垒和监管竞次是国际监管协调面临的主要障碍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33472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33472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0662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信息共享协议和等效互认是跨境监管合作的主要工具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9544"/>
            <a:ext cx="116128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8269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地缘政治因素日益成为金融监管碎片化的重要驱动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85615"/>
            <a:ext cx="1161288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85615"/>
            <a:ext cx="54864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587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A6B"/>
                </a:solidFill>
              </a:rPr>
              <a:t>  中国需要在积极参与国际标准制定中提升规则制定能力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1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4864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C0D"/>
                </a:solidFill>
              </a:rPr>
              <a:t>第九章  |  思考与讨论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9144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本章思考题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2763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627632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为什么金融全球化背景下需要国际监管协调？主要障碍有哪些？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32257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322576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监管竞次问题如何产生？国际社会有哪些应对机制？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01752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30175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中国参与国际金融治理的现状如何？如何提升中国的话语权？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solidFill>
            <a:srgbClr val="D4AC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712463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6B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3712463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</a:rPr>
              <a:t>脱欧案例对国际金融监管合作有哪些警示意义？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