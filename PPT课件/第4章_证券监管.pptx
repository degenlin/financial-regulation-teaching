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035040"/>
            <a:ext cx="11960352" cy="6400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C0D"/>
                </a:solidFill>
              </a:rPr>
              <a:t>王娴《金融监管理论与实践》配套课件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第 四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D4AC0D"/>
                </a:solidFill>
              </a:rPr>
              <a:t>证券监管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DD7EE"/>
                </a:solidFill>
              </a:rPr>
              <a:t>信息披露、市场操纵与投资者保护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C3E6"/>
                </a:solidFill>
              </a:rPr>
              <a:t>从信息效率角度剖析证券市场监管的核心逻辑与制度安排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金融监管理论与实践  |  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第四章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本章内容框架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证券监管的理论基础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信息披露制度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市场操纵与内幕交易监管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证券发行制度改革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第四章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理解证券监管的信息经济学基础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225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掌握信息披露制度的核心要求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了解市场操纵与内幕交易的认定标准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393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认识证券发行审核制度的改革方向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分析中国资本市场监管的主要问题与挑战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第四章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证券监管的理论基础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有效市场假说（EMH）：强、半强、弱式效率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信息披露是证券监管的核心机制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强制披露vs自愿披露的经济学逻辑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4261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426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证券欺诈的外部性与私人执法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投资者保护的法律经济学分析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法律起源与金融发展的关联（La Porta）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第四章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信息披露制度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发行市场信息披露：招股说明书制度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持续信息披露：年报、半年报、季报要求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重大事项临时披露：价格敏感信息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信息披露质量：真实性、准确性、完整性、及时性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中国信息披露违规的主要类型及处罚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第四章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市场操纵与内幕交易监管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内幕交易定义：内幕信息 + 知情人 + 利用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836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内幕信息认定标准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40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内幕交易的民事、行政、刑事责任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59689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9689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市场操纵类型：连续交易、对倒、蛊惑交易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操纵行为的识别技术：大数据监控系统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证监会执法：行政处罚与市场禁入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第四章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证券发行制度改革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核准制的弊端：行政干预过多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注册制改革路径：科创板→创业板→全面注册制（2023）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注册制核心：以信息披露为中心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4261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426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取消盈利门槛，引入多元上市标准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退市制度改革：严格退市标准，畅通出清渠道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中国资本市场高质量发展路径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第四章  |  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康美药业财务造假案（2019年）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73152" cy="20848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【案例背景】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12471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康美药业于2016-2018年虚增货币资金887亿元，虚增收入、利润，涉及造假金额之大在A股历史上罕见。2019年证监会对其处以罚款60万元（当时法规上限），引发广泛争议。2021年《证券法》修订大幅提高违法成本，最高罚款提升至违法所得10倍或5000万元，并引入集体诉讼制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124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【案例分析】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造假动机：维持再融资资格、配合股东减持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98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审计失职：会计师事务所的独立性问题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8289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监管漏洞：处罚力度过轻，威慑效果不足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669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制度改革：新《证券法》大幅提高违法成本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650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集体诉讼：中小投资者获赔24.59亿元里程碑判决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第四章  |  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证券监管 — 核心要点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信息不对称是证券监管存在的核心经济学依据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强制信息披露制度是解决证券市场信息失灵的基本手段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33472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内幕交易与市场操纵破坏市场公平，需严厉惩治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9544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9544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注册制改革标志着中国资本市场监管理念的根本性转变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85615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85615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集体诉讼制度的引入大幅提升了投资者保护的实效性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第四章  |  思考与讨论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本章思考题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为什么信息披露是证券监管的核心制度安排？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3225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注册制与核准制的本质区别是什么？全面注册制改革的意义何在？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0175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内幕交易为何被视为证券市场的毒瘤？如何有效遏制？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712463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如何评价中国证券市场投资者保护制度的现状与改进方向？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