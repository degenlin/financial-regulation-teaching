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035040"/>
            <a:ext cx="11960352" cy="6400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C0D"/>
                </a:solidFill>
              </a:rPr>
              <a:t>王娴《金融监管理论与实践》配套课件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第 二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D4AC0D"/>
                </a:solidFill>
              </a:rPr>
              <a:t>金融监管理论基础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DD7EE"/>
                </a:solidFill>
              </a:rPr>
              <a:t>公共利益理论、私人利益理论与监管博弈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C3E6"/>
                </a:solidFill>
              </a:rPr>
              <a:t>从规范经济学与实证经济学角度全面梳理金融监管的理论根基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金融监管理论与实践  |  教学课件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第二章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本章内容框架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公共利益理论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私人利益（俘获）理论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监管博弈理论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金融监管的成本收益分析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第二章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本章学习目标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掌握金融监管的主要理论流派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2257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理解公共利益理论与私人利益（俘获）理论的核心命题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8094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分析监管博弈中各方的行为逻辑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3931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了解金融监管成本收益分析方法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认识行为金融学对监管理论的新贡献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第二章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公共利益理论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核心命题：监管旨在纠正市场失灵、增进社会福利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信息不对称理论（阿克洛夫柠檬市场模型）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86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事前信息不对称 → 逆向选择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4261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4261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事后信息不对称 → 道德风险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99923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9923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外部性理论：系统性风险的负外部性内部化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0156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0156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自然垄断理论：部分金融基础设施的垄断特征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80390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0390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公共物品理论：金融稳定的准公共物品属性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第二章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私人利益（俘获）理论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施蒂格勒（Stigler）监管俘获理论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88366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被监管者通过游说影响监管政策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40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监管机构倾向于保护行业利益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59689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9689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监管生命周期理论：从严厉到宽松的演变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99923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9923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旋转门现象：监管者与被监管者的人员流动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0156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0156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中国语境下的监管俘获防范机制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第二章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监管博弈理论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监管者与被监管者的博弈框架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合规成本与违规收益的权衡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监管套利：跨市场、跨境、跨产品套利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883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影子银行的监管套利逻辑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4495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0449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监管竞次（Race to the Bottom）问题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0156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0156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声誉机制与自律监管的作用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第二章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金融监管的成本收益分析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监管成本：合规成本、效率损失、创新抑制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监管收益：风险降低、投资者保护、市场信心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最优监管强度的确定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监管有效性评估指标体系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行为金融学视角：有限理性与监管干预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第二章  |  案例分析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监管俘获案例：美国储贷危机（S&amp;L Crisis）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208483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73152" cy="20848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179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【案例背景】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112471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1980年代，美国储贷协会（S&amp;L）在行业游说下获得存款利率自由化权利，但存款保险保护未同步改革。面对道德风险，S&amp;L机构大量投资高风险资产。监管机构受到行业俘获，放宽监管要求。最终，约1000家机构破产，联邦政府支付约1600亿美元救助资金，成为美国历史上最严重的金融危机之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1246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【案例分析】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监管俘获机制：行业游说导致监管标准扭曲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988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道德风险：存款保险制度强化了S&amp;L的冒险动机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8289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信息不对称：监管者对S&amp;L资产质量缺乏有效判断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669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改革启示：强化监管独立性，防止利益冲突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650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中国借鉴：金融监管机构的行政独立性保障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第二章  |  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金融监管理论基础 — 核心要点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公共利益理论强调监管是纠正市场失灵的必要手段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30552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私人利益理论揭示监管可能被特殊利益集团所俘获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33472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33472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06624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监管博弈分析有助于理解监管套利行为的形成机理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9544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209544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82696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最优监管要在成本与收益之间寻求动态平衡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85615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85615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58768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行为金融学为理解金融消费者保护监管提供了新视角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第二章  |  思考与讨论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本章思考题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62763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如何区分公共利益理论与私人利益理论对金融监管的不同解释？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322576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监管俘获在中国金融监管实践中有何体现？如何有效防范？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01752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监管套利的存在对金融监管提出了哪些挑战？有何对策？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3712463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如何运用成本收益分析方法评估一项具体的金融监管措施？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