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6035040"/>
            <a:ext cx="11960352" cy="6400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C0D"/>
                </a:solidFill>
              </a:rPr>
              <a:t>王娴《金融监管理论与实践》配套课件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第 十 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D4AC0D"/>
                </a:solidFill>
              </a:rPr>
              <a:t>宏观审慎监管与系统性风险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BDD7EE"/>
                </a:solidFill>
              </a:rPr>
              <a:t>系统性风险的识别、测量与防范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C3E6"/>
                </a:solidFill>
              </a:rPr>
              <a:t>从宏观视角分析系统性风险的产生机制与宏观审慎政策工具体系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金融监管理论与实践  |  教学课件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第十章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本章内容框架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宏观审慎监管的产生背景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系统性风险的度量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宏观审慎政策工具箱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8833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中国宏观审慎评估（MPA）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第十章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9144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本章学习目标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64208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642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642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理解宏观审慎监管与微观审慎监管的核心区别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22576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32257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2257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掌握系统性风险的主要度量方法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80944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98094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8094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了解逆周期资本缓冲等宏观审慎政策工具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39311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63931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39311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认识中国宏观审慎评估（MPA）体系的架构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97679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29767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9767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分析宏观审慎与货币政策的协调配合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第十章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宏观审慎监管的产生背景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2008年危机的教训：微观审慎监管的局限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88366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个体健全不等于系统稳定（合成谬误）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40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顺周期性：微观行为放大宏观波动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59689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9689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宏观审慎监管的目标：防范系统性金融风险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299923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99232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时间维度：防范跨期风险积累（逆周期）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0156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0156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截面维度：管控系统重要性机构（SIFI）风险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第十章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系统性风险的度量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CoVaR方法：条件在险价值（Adrian &amp; Brunnermeier）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MES/SRISK：边际预期缺口与系统性风险指数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网络分析：金融机构间暴露的网络拓扑结构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8833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信贷/GDP缺口：BIS早期预警指标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09067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90672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金融压力指数（FSI）：综合监测指标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第十章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宏观审慎政策工具箱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逆周期资本缓冲（CCyB）：根据信贷周期动态调整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贷款价值比（LTV）上限：房地产宏观审慎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债务收入比（DTI）限制：居民杠杆管控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8833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系统重要性附加资本（SIFI Surcharge）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09067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90672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外汇宏观审慎：跨境资本流动管理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9300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9300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准备金要求的宏观审慎运用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第十章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中国宏观审慎评估（MPA）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MPA体系（2016年正式实施）七大维度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88366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资本与杠杆、资产负债、流动性、定价行为等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4028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4028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广义信贷概念：将表外理财纳入评估范围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4261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4261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跨境资本流动宏观审慎管理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04495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44952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房地产宏观审慎：首付比例、房贷集中度上限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4728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4728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MPA与货币政策工具的协调配合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C0D"/>
                </a:solidFill>
              </a:rPr>
              <a:t>第十章  |  案例分析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中国房地产市场的宏观审慎管理（2016-2024年）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81328"/>
            <a:ext cx="11612880" cy="208483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73152" cy="208483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1790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【案例背景】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1124712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2015-2016年，中国一二线城市房价快速上涨，居民杠杆率显著提升。监管部门综合运用差别化信贷政策（首套或二套房LTV差异）、房贷集中度管理（银行房贷占比上限）、三道红线（针对房地产企业债务率）等多种宏观审慎工具，配合地方政府限购限贷措施，逐步为房地产市场降温去杠杆。2021年后，部分房企陷入流动性危机，宏观审慎政策进入阶段性微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71246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【案例分析】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14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工具协调：宏观审慎（LTV/集中度）与行政限购措施的配合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988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三道红线成效：有效遏制了房企债务扩张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882896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政策溢出：去杠杆过快引发房企流动性危机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26694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动态调整：根据市场变化适时松绑宏观审慎约束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6509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启示：宏观审慎政策需兼顾金融稳定与实体经济需求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C0D"/>
                </a:solidFill>
              </a:rPr>
              <a:t>第十章  |  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宏观审慎监管与系统性风险 — 核心要点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81328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宏观审慎监管聚焦于系统性风险，弥补了微观审慎监管的盲点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11612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30552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CoVaR、SRISK、网络分析等工具为系统性风险量化提供了方法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33472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633472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06624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逆周期资本缓冲、LTV上限等工具构成宏观审慎政策工具箱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09544"/>
            <a:ext cx="11612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209544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82696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中国MPA体系将广义信贷纳入监管，有效管控了影子银行扩张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85615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785615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58768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房地产宏观审慎管理的经验表明政策力度与节奏的把握至关重要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C0D"/>
                </a:solidFill>
              </a:rPr>
              <a:t>第十章  |  思考与讨论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9144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本章思考题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27632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27632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1627632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宏观审慎监管与微观审慎监管的核心区别是什么？两者如何协调？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22576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22576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322576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为什么仅靠微观审慎监管不足以防范系统性金融风险？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7520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017520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301752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逆周期资本缓冲的工作机制是什么？如何确定触发标准？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12463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712463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3712463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中国MPA体系在实践中发挥了哪些作用？存在哪些不足？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