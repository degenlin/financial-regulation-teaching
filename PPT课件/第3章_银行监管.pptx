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三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银行监管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资本充足率、流动性监管与巴塞尔协议体系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全面解析银行审慎监管的核心工具，重点介绍巴塞尔协议演进体系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银行监管的特殊性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巴塞尔协议体系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中国银行业资本监管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流动性监管与危机处置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掌握银行监管的核心工具与标准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深入理解巴塞尔协议I/II/III的演进逻辑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理解资本充足率监管的理论基础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了解流动性监管的LCR与NSFR指标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认识系统重要性银行（SIFI）的特殊监管要求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银行监管的特殊性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银行的特殊地位：信用创造与支付系统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银行脆弱性：高杠杆、期限错配、信息不透明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挤兑风险：Diamond-Dybvig模型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883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协调失败与自我实现的挤兑均衡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44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存款保险制度作为解决方案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系统性风险：传染与连锁反应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巴塞尔协议体系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巴塞尔协议I（1988）：8%最低资本充足率要求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巴塞尔协议II（2004）：三大支柱框架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支柱一：最低资本要求（信用、市场、操作风险）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支柱二：监管审查程序（ICAAP/SREP）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999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支柱三：市场约束（信息披露）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3558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巴塞尔协议III（2010/2017）：危机后强化改革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5818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7581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资本质量提升：核心一级资本（CET1）不低于4.5%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资本缓冲：留存缓冲2.5%，逆周期缓冲0-2.5%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714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4714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流动性标准：LCR不低于100%，NSFR不低于100%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28031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82803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杠杆率：Tier1/总资产暴露不低于3%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中国银行业资本监管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《商业银行资本管理办法》（2023版）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三档两类银行分类差异化监管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系统重要性银行附加资本要求（1%-3.5%）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内部评级法（IRB）与标准法（SA）的适用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资产质量五级分类制度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流动性监管与危机处置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流动性覆盖率（LCR）：短期流动性压力测试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净稳定资金比率（NSFR）：中长期融资结构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存款保险制度：50万元限额保护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系统重要性银行（D-SIBs）的恢复与处置计划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处置工具：资本减记、内部纾困（Bail-in）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第三章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硅谷银行（SVB）倒闭事件（2023年）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2023年3月，硅谷银行因持有大量长期美国国债和MBS，在美联储快速加息背景下遭受巨额浮亏。当储户信心动摇、挤兑开始后，SVB被迫出售证券变现，引发亏损公告，进一步加剧挤兑。从公告到倒闭仅历时48小时，成为2008年以来美国最大银行倒闭案。SVB不在系统重要性银行名单中，适用了较宽松的监管标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利率风险管理失当：过度集中持有长久期固收资产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监管豁免代价：2018年法案修正案提高了SIFI门槛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流动性监管漏洞：LCR豁免导致流动性缓冲不足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存款结构风险：大额无保险存款比例过高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监管启示：应补强中型银行流动性与利率风险监管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第三章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银行监管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银行高杠杆与期限错配特性决定了审慎监管的必要性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巴塞尔协议III建立了资本、流动性、杠杆三维监管框架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中国资本管理办法与巴塞尔标准基本接轨并体现本土化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系统重要性银行面临更严格的附加资本和处置要求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2023年SVB事件揭示了利率风险和中型银行监管豁免的隐患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第三章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资本充足率监管为何是银行审慎监管的核心？其理论逻辑是什么？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巴塞尔协议从I到III的演进体现了哪些监管理念的转变？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流动性覆盖率（LCR）与净稳定资金比率（NSFR）分别解决什么问题？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SVB倒闭案对中国银行监管有何启示？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