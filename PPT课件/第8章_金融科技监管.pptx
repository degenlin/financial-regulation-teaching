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6035040"/>
            <a:ext cx="11960352" cy="6400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C0D"/>
                </a:solidFill>
              </a:rPr>
              <a:t>王娴《金融监管理论与实践》配套课件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第 八 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D4AC0D"/>
                </a:solidFill>
              </a:rPr>
              <a:t>金融科技监管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BDD7EE"/>
                </a:solidFill>
              </a:rPr>
              <a:t>监管沙盒、算法监管与数字金融治理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C3E6"/>
                </a:solidFill>
              </a:rPr>
              <a:t>探讨人工智能、大数据、区块链等技术驱动下的金融监管新挑战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金融监管理论与实践  |  教学课件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第八章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本章内容框架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金融科技的监管挑战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监管沙盒制度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算法与数据监管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数字货币与加密资产监管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第八章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9144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本章学习目标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64208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642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642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理解金融科技对传统金融监管带来的挑战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22576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32257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2257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了解监管沙盒的原理、设计与国际实践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80944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98094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8094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掌握算法监管和数据监管的核心要求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39311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63931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39311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认识数字货币（CBDC）的监管框架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97679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29767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9767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分析中国金融科技监管的政策取向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第八章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金融科技的监管挑战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金融科技的主要技术领域：AI、大数据、云计算、区块链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去中心化：区块链使传统机构监管模式失效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算法黑箱：AI决策的不可解释性与歧视风险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数据驱动：个人金融数据的滥用与隐私保护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09067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90672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跨境性：全球流通的数字资产挑战属地管辖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9300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9300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监管科技（RegTech）的机遇与挑战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第八章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监管沙盒制度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英国FCA监管沙盒（2016年）：全球首创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沙盒机制：在受控环境下测试创新产品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86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申请门槛：真实创新性、客户保护措施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4261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64261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豁免范围：部分监管规则的临时豁免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9923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9992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退出机制：测试结束后全面合规或退出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35584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35584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中国金融科技创新监管试点（2019年）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75818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5818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沙盒制度的争议：是否成为监管套利的工具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第八章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算法与数据监管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算法信贷的监管要求：可解释性（XAI）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个人信用信息保护：征信业管理条例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个人信息保护法（2021）：金融数据的特殊保护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数据本地化要求：金融数据跨境传输限制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09067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90672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算法反歧视：禁止基于种族、性别等的差别定价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9300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9300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监管科技（RegTech）：利用技术提升监管效率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第八章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数字货币与加密资产监管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央行数字货币（CBDC）：数字人民币（e-CNY）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88366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双层运营架构：央行→商业银行→用户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40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可控匿名性设计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59689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9689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加密资产监管：中国全面禁止vs.美国逐步规范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299923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99232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稳定币监管：TerraUSD崩溃的监管反思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0156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0156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DeFi（去中心化金融）：无主体的监管难题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C0D"/>
                </a:solidFill>
              </a:rPr>
              <a:t>第八章  |  案例分析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中国互联网贷款监管演变（2017-2023年）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81328"/>
            <a:ext cx="11612880" cy="208483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73152" cy="208483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179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【案例背景】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1124712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2017年前，互联网贷款野蛮生长，超高利率产品横行，套路贷、暴力催收问题严峻。监管层逐步出台商业银行互联网贷款管理暂行办法（2020年）等政策，明确互联网贷款业务边界、联合贷款出资比例（银行不低于30%）、贷款限额，并要求助贷机构持牌经营，逐步将互联网贷款纳入规范轨道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71246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【案例分析】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14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技术中性原则：监管关注业务实质，不因技术形式豁免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988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数据权利：消费者对自身金融数据享有知情权与控制权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8289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联合贷款监管：防止银行通过助贷机构无限放大杠杆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26694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算法定价透明度：利率定价模型须可审查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6509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消费者保护：明确禁止超高利率与暴力催收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C0D"/>
                </a:solidFill>
              </a:rPr>
              <a:t>第八章  |  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金融科技监管 — 核心要点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81328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金融科技的快速发展使监管滞后问题更加突出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30552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监管沙盒提供了在控制风险前提下测试金融创新的制度空间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33472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633472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06624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算法监管和数据监管是金融科技监管的两大核心支柱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09544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209544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82696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数字人民币的推出是中国金融科技监管主动作为的重要体现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85615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785615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58768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功能监管与技术中性原则是金融科技监管的基本取向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C0D"/>
                </a:solidFill>
              </a:rPr>
              <a:t>第八章  |  思考与讨论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9144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本章思考题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27632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27632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1627632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监管沙盒制度能否有效促进金融创新与监管合规的平衡？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22576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22576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322576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AI信贷模型的算法黑箱问题如何通过监管手段解决？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7520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017520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301752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数字人民币与商业银行数字货币有何本质区别？其监管重点是什么？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12463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712463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3712463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DeFi的无主体特征对传统金融监管框架提出了哪些根本性挑战？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